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ncizar Serif SemiBold"/>
      <p:regular r:id="rId201314"/>
    </p:embeddedFont>
    <p:embeddedFont>
      <p:font typeface="Familjen Grotesk"/>
      <p:regular r:id="rId201315"/>
    </p:embeddedFont>
    <p:embeddedFont>
      <p:font typeface="Familjen Grotesk SemiBold"/>
      <p:regular r:id="rId201316"/>
    </p:embeddedFont>
    <p:embeddedFont>
      <p:font typeface="Familjen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DBC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58000"/>
          </a:xfrm>
          <a:prstGeom prst="rect">
            <a:avLst/>
          </a:prstGeom>
          <a:solidFill>
            <a:srgbClr val="AD5D43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1921173"/>
            <a:ext cx="3962301" cy="2413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spc="-53" kern="0" dirty="0">
                <a:solidFill>
                  <a:srgbClr val="FFFFF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Breast Cancer Classification Using Neural Network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55591" y="4563566"/>
            <a:ext cx="4317892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Internship Project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79873" y="2634853"/>
            <a:ext cx="6705432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Name :Prathna Parmar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Course: AI ML Training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College Name :Thakur shamnarayan degree college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Organization:Naviotech solution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79873" y="6237288"/>
            <a:ext cx="2212622" cy="31651"/>
          </a:xfrm>
          <a:prstGeom prst="roundRect">
            <a:avLst>
              <a:gd name="adj" fmla="val 49998"/>
            </a:avLst>
          </a:prstGeom>
          <a:solidFill>
            <a:srgbClr val="CBC5B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Introduction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771452"/>
            <a:ext cx="5958631" cy="4476948"/>
          </a:xfrm>
          <a:prstGeom prst="rect">
            <a:avLst/>
          </a:prstGeom>
          <a:solidFill>
            <a:srgbClr val="F2EDE1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2992834"/>
            <a:ext cx="5247449" cy="2034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Breast cancer is one of the important health problems.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This project uses machine learning to classify breast-tumor cases.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model predicts whether a tumor is 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Malignant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or 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Benign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25305" y="1771452"/>
            <a:ext cx="4556805" cy="4476948"/>
          </a:xfrm>
          <a:prstGeom prst="rect">
            <a:avLst/>
          </a:prstGeom>
          <a:solidFill>
            <a:srgbClr val="A9573F"/>
          </a:solidFill>
          <a:ln/>
        </p:spPr>
      </p:sp>
      <p:sp>
        <p:nvSpPr>
          <p:cNvPr id="7" name="Text 5"/>
          <p:cNvSpPr/>
          <p:nvPr/>
        </p:nvSpPr>
        <p:spPr>
          <a:xfrm>
            <a:off x="7406296" y="2926358"/>
            <a:ext cx="3794824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Project Objective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06296" y="3680222"/>
            <a:ext cx="3794824" cy="141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Main objective: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To build a neural-network model that can classify breast-tumor data into malignant and benign categories.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Dataset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771452"/>
            <a:ext cx="3454314" cy="1897757"/>
          </a:xfrm>
          <a:prstGeom prst="rect">
            <a:avLst/>
          </a:prstGeom>
          <a:solidFill>
            <a:srgbClr val="B7654A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262882"/>
            <a:ext cx="31749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8978" y="2537817"/>
            <a:ext cx="289552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Breast Cancer Wisconsin (Diagnostic)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68691" y="1771452"/>
            <a:ext cx="3454314" cy="1897757"/>
          </a:xfrm>
          <a:prstGeom prst="rect">
            <a:avLst/>
          </a:prstGeom>
          <a:solidFill>
            <a:srgbClr val="F2EDE1"/>
          </a:solidFill>
          <a:ln/>
        </p:spPr>
      </p:sp>
      <p:sp>
        <p:nvSpPr>
          <p:cNvPr id="8" name="Text 6"/>
          <p:cNvSpPr/>
          <p:nvPr/>
        </p:nvSpPr>
        <p:spPr>
          <a:xfrm>
            <a:off x="4648084" y="2076252"/>
            <a:ext cx="2895528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600" spc="-84" kern="0" dirty="0">
                <a:solidFill>
                  <a:srgbClr val="000000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569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648084" y="3044428"/>
            <a:ext cx="317492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cases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7797" y="1771452"/>
            <a:ext cx="3454314" cy="1897757"/>
          </a:xfrm>
          <a:prstGeom prst="rect">
            <a:avLst/>
          </a:prstGeom>
          <a:solidFill>
            <a:srgbClr val="F2EDE1"/>
          </a:solidFill>
          <a:ln/>
        </p:spPr>
      </p:sp>
      <p:sp>
        <p:nvSpPr>
          <p:cNvPr id="11" name="Text 9"/>
          <p:cNvSpPr/>
          <p:nvPr/>
        </p:nvSpPr>
        <p:spPr>
          <a:xfrm>
            <a:off x="8407190" y="2076252"/>
            <a:ext cx="2895528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600" spc="-84" kern="0" dirty="0">
                <a:solidFill>
                  <a:srgbClr val="000000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30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407190" y="3044428"/>
            <a:ext cx="317492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features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used for prediction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585" y="3948609"/>
            <a:ext cx="525766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Two categories: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Malignant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Benign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442" y="3948609"/>
            <a:ext cx="525766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dataset has no missing values.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Tools Used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771452"/>
            <a:ext cx="2590735" cy="2086074"/>
          </a:xfrm>
          <a:prstGeom prst="rect">
            <a:avLst/>
          </a:prstGeom>
          <a:solidFill>
            <a:srgbClr val="F2EDE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2302073"/>
            <a:ext cx="571486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3006923"/>
            <a:ext cx="218434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Python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3505112" y="1771452"/>
            <a:ext cx="2438339" cy="2086074"/>
          </a:xfrm>
          <a:prstGeom prst="rect">
            <a:avLst/>
          </a:prstGeom>
          <a:solidFill>
            <a:srgbClr val="F2EDE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07" y="2302073"/>
            <a:ext cx="571486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307" y="3006923"/>
            <a:ext cx="2031949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Google Colab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248244" y="1771452"/>
            <a:ext cx="2514537" cy="2086074"/>
          </a:xfrm>
          <a:prstGeom prst="rect">
            <a:avLst/>
          </a:prstGeom>
          <a:solidFill>
            <a:srgbClr val="F2EDE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39" y="2302073"/>
            <a:ext cx="571486" cy="571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51439" y="3006923"/>
            <a:ext cx="210814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NumPy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9067573" y="1771452"/>
            <a:ext cx="2514537" cy="2086074"/>
          </a:xfrm>
          <a:prstGeom prst="rect">
            <a:avLst/>
          </a:prstGeom>
          <a:solidFill>
            <a:srgbClr val="F2EDE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768" y="2302073"/>
            <a:ext cx="571486" cy="571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70768" y="3006923"/>
            <a:ext cx="210814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Pandas</a:t>
            </a:r>
            <a:endParaRPr lang="en-US" sz="2100" dirty="0"/>
          </a:p>
        </p:txBody>
      </p:sp>
      <p:sp>
        <p:nvSpPr>
          <p:cNvPr id="16" name="Shape 10"/>
          <p:cNvSpPr/>
          <p:nvPr/>
        </p:nvSpPr>
        <p:spPr>
          <a:xfrm>
            <a:off x="609585" y="4162326"/>
            <a:ext cx="2590735" cy="2086074"/>
          </a:xfrm>
          <a:prstGeom prst="rect">
            <a:avLst/>
          </a:prstGeom>
          <a:solidFill>
            <a:srgbClr val="F2EDE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80" y="4692948"/>
            <a:ext cx="571486" cy="571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2780" y="5397798"/>
            <a:ext cx="218434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Scikit-learn</a:t>
            </a:r>
            <a:endParaRPr lang="en-US" sz="2100" dirty="0"/>
          </a:p>
        </p:txBody>
      </p:sp>
      <p:sp>
        <p:nvSpPr>
          <p:cNvPr id="19" name="Shape 12"/>
          <p:cNvSpPr/>
          <p:nvPr/>
        </p:nvSpPr>
        <p:spPr>
          <a:xfrm>
            <a:off x="3505112" y="4162326"/>
            <a:ext cx="2438339" cy="2086074"/>
          </a:xfrm>
          <a:prstGeom prst="rect">
            <a:avLst/>
          </a:prstGeom>
          <a:solidFill>
            <a:srgbClr val="F2EDE1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307" y="4532908"/>
            <a:ext cx="571486" cy="571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08307" y="5237758"/>
            <a:ext cx="203194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TensorFlow / Keras</a:t>
            </a:r>
            <a:endParaRPr lang="en-US" sz="2100" dirty="0"/>
          </a:p>
        </p:txBody>
      </p:sp>
      <p:sp>
        <p:nvSpPr>
          <p:cNvPr id="22" name="Shape 14"/>
          <p:cNvSpPr/>
          <p:nvPr/>
        </p:nvSpPr>
        <p:spPr>
          <a:xfrm>
            <a:off x="6248244" y="4162326"/>
            <a:ext cx="5333867" cy="2086074"/>
          </a:xfrm>
          <a:prstGeom prst="rect">
            <a:avLst/>
          </a:prstGeom>
          <a:solidFill>
            <a:srgbClr val="F2EDE1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439" y="4692948"/>
            <a:ext cx="571486" cy="5715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51439" y="5397798"/>
            <a:ext cx="492747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Matplotlib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PROJECT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How the Project Works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968" y="1695252"/>
            <a:ext cx="9651759" cy="4169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6456" y="2071672"/>
            <a:ext cx="1431850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22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Dataset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36456" y="2449802"/>
            <a:ext cx="1431850" cy="23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Collect raw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570254" y="4264442"/>
            <a:ext cx="1431850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22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Prepare the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570254" y="4920463"/>
            <a:ext cx="1431850" cy="467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Clean and format records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33006" y="2071672"/>
            <a:ext cx="1431850" cy="833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22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Split into training &amp; testing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33006" y="3005585"/>
            <a:ext cx="1431850" cy="467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Create train and test sets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57152" y="4776189"/>
            <a:ext cx="1431850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22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Scale the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257152" y="5154319"/>
            <a:ext cx="1431850" cy="23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Normalize features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033040" y="2071672"/>
            <a:ext cx="1431850" cy="55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spc="-22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Train Neural Network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033040" y="2727693"/>
            <a:ext cx="1431850" cy="467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Fit model to training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Data Preparation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771452"/>
            <a:ext cx="5608200" cy="4476948"/>
          </a:xfrm>
          <a:prstGeom prst="rect">
            <a:avLst/>
          </a:prstGeom>
          <a:solidFill>
            <a:srgbClr val="A9563D"/>
          </a:solidFill>
          <a:ln/>
        </p:spPr>
      </p:sp>
      <p:sp>
        <p:nvSpPr>
          <p:cNvPr id="5" name="Text 3"/>
          <p:cNvSpPr/>
          <p:nvPr/>
        </p:nvSpPr>
        <p:spPr>
          <a:xfrm>
            <a:off x="990575" y="3060898"/>
            <a:ext cx="4846219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80%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575" y="3865563"/>
            <a:ext cx="4846219" cy="109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data was divided into </a:t>
            </a:r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training data</a:t>
            </a:r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and </a:t>
            </a:r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testing data</a:t>
            </a:r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80%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was used for training.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55864" y="2991545"/>
            <a:ext cx="4145256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600" spc="-84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20%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055864" y="3959721"/>
            <a:ext cx="452624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was used for testing.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055864" y="4468614"/>
            <a:ext cx="1367895" cy="50701"/>
          </a:xfrm>
          <a:prstGeom prst="roundRect">
            <a:avLst>
              <a:gd name="adj" fmla="val 49999"/>
            </a:avLst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7055864" y="4708327"/>
            <a:ext cx="452624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numbers were scaled before training.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MODEL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Neural Network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71452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project uses a simple neural network with an input layer, a hidden layer and an output layer.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3786783"/>
            <a:ext cx="4030859" cy="10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30 input features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20 neurons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in the hidden layer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2 output values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for the two classes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533" y="3082429"/>
            <a:ext cx="6484577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Training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200301"/>
            <a:ext cx="4551546" cy="2034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model was trained for 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10 rounds (epochs)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During training, the model learned patterns from the training data.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Accuracy and loss were monitored during training.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73811" y="1771452"/>
            <a:ext cx="5608299" cy="4891881"/>
          </a:xfrm>
          <a:prstGeom prst="roundRect">
            <a:avLst>
              <a:gd name="adj" fmla="val 234"/>
            </a:avLst>
          </a:prstGeom>
          <a:noFill/>
          <a:ln w="25399">
            <a:solidFill>
              <a:srgbClr val="D5CFC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003" y="2101652"/>
            <a:ext cx="4947915" cy="3835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Results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771452"/>
            <a:ext cx="5257668" cy="4476948"/>
          </a:xfrm>
          <a:prstGeom prst="rect">
            <a:avLst/>
          </a:prstGeom>
          <a:solidFill>
            <a:srgbClr val="B7654A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2706489"/>
            <a:ext cx="490207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FFFFF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176" y="2981424"/>
            <a:ext cx="4546486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6400" spc="-96" kern="0" dirty="0">
                <a:solidFill>
                  <a:srgbClr val="FFFFF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96.49%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65176" y="4086721"/>
            <a:ext cx="4546486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Test Accuracy: 96.49%</a:t>
            </a:r>
            <a:endParaRPr lang="en-US" sz="1800" dirty="0"/>
          </a:p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model was tested using separate test data.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final test accuracy was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96.49%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234" y="2572643"/>
            <a:ext cx="4648084" cy="576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spc="-50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Prediction Example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629234" y="3377307"/>
            <a:ext cx="4648084" cy="186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trained model was also used to predict an individual sample.</a:t>
            </a:r>
            <a:endParaRPr lang="en-US" sz="1800" dirty="0"/>
          </a:p>
          <a:p>
            <a:pPr algn="l" indent="0" marL="0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Prediction: Benign</a:t>
            </a:r>
            <a:endParaRPr lang="en-US" sz="1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notebook's example produced a benign prediction.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44" kern="0" dirty="0">
                <a:solidFill>
                  <a:srgbClr val="16233F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84535"/>
            <a:ext cx="10972526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58" kern="0" dirty="0">
                <a:solidFill>
                  <a:srgbClr val="16233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644180"/>
            <a:ext cx="5953671" cy="2731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 neural-network model was successfully implemented.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model classified the test data with 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36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96.49%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accuracy.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The project demonstrates how machine learning can be used for classification.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This project is for 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b="1" dirty="0">
                <a:solidFill>
                  <a:srgbClr val="16233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educational purposes</a:t>
            </a:r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16233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 and is not a medical diagnostic system.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75936" y="1771452"/>
            <a:ext cx="4206174" cy="4476948"/>
          </a:xfrm>
          <a:prstGeom prst="rect">
            <a:avLst/>
          </a:prstGeom>
          <a:solidFill>
            <a:srgbClr val="A6533B"/>
          </a:solidFill>
          <a:ln/>
        </p:spPr>
      </p:sp>
      <p:sp>
        <p:nvSpPr>
          <p:cNvPr id="6" name="Text 4"/>
          <p:cNvSpPr/>
          <p:nvPr/>
        </p:nvSpPr>
        <p:spPr>
          <a:xfrm>
            <a:off x="7756926" y="3297337"/>
            <a:ext cx="3444194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6400" spc="-96" kern="0" dirty="0">
                <a:solidFill>
                  <a:srgbClr val="FFFFFF"/>
                </a:solidFill>
                <a:latin typeface="Ancizar Serif SemiBold" pitchFamily="34" charset="0"/>
                <a:ea typeface="Ancizar Serif SemiBold" pitchFamily="34" charset="-122"/>
                <a:cs typeface="Ancizar Serif SemiBold" pitchFamily="34" charset="-120"/>
              </a:rPr>
              <a:t>96.49%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756926" y="4402634"/>
            <a:ext cx="382518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amiljen Grotesk" pitchFamily="34" charset="0"/>
                <a:ea typeface="Familjen Grotesk" pitchFamily="34" charset="-122"/>
                <a:cs typeface="Familjen Grotesk" pitchFamily="34" charset="-120"/>
              </a:rPr>
              <a:t>accuracy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2026-09-30T15:56:56Z</dcterms:created>
  <dcterms:modified xsi:type="dcterms:W3CDTF">2026-09-30T15:56:56Z</dcterms:modified>
</cp:coreProperties>
</file>